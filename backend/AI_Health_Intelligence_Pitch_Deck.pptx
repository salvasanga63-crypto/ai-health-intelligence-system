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54ACA1-93A6-4C12-9E0A-556F3109BD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313E0F-C524-4874-A464-AD28473712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2C047E-EFCC-4C3C-ABC6-0824DE7DF6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714D13-F3BD-4EDB-A87B-C284243378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C77983-A42C-4E9C-9584-B1C1E16233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417D57-D34D-4936-8B19-7527F9AE05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127642-90FE-42B8-92A4-91550D4BF2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A1BAE0-07F7-4E74-AF30-5D63EB7850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833852-E221-4277-8EB5-88D0577048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A7261A-B0BC-4036-8483-60DC931A2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B4CA49-73B9-480E-9397-5E55E4EDF7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40080" y="91440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AI-Driven Health Intelligence System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40080" y="1828800"/>
            <a:ext cx="8777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dce6f0"/>
                </a:solidFill>
                <a:effectLst/>
                <a:uFillTx/>
                <a:latin typeface="Calibri"/>
              </a:rPr>
              <a:t>An intelligent platform for patient triage, diagnostics, predictive maintenance, and hospital operations.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40080" y="3017520"/>
            <a:ext cx="4706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Prepared by SALVATORY MARKO SANGA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computer science student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8046720" y="2834640"/>
            <a:ext cx="3199680" cy="191952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Solution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Scalability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Problem Statement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1463040"/>
            <a:ext cx="65829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Hospitals face delays in patient triage and decision-making.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Limited visibility into equipment health can disrupt care delivery.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Manual record handling makes it hard to track patient risk and care flow.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There is a need for a scalable digital platform that supports clinicians and administrators.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Proposed Solution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463040"/>
            <a:ext cx="64000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A web-based health intelligence platform that combines AI and operational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Supports patient management, diagnostics, prediction, and role-based dashboards.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Provides secure access for admins, doctors, nurses, and patients.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Integrates a backend API with a modern frontend for practical hospital use.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Key Features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2"/>
          <p:cNvSpPr/>
          <p:nvPr/>
        </p:nvSpPr>
        <p:spPr>
          <a:xfrm>
            <a:off x="640080" y="1463040"/>
            <a:ext cx="2651040" cy="164520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Patient &amp; Staff Management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Registration, secure login, role-based access, and patient records.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3"/>
          <p:cNvSpPr/>
          <p:nvPr/>
        </p:nvSpPr>
        <p:spPr>
          <a:xfrm>
            <a:off x="3474720" y="1463040"/>
            <a:ext cx="2651040" cy="164520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Triage &amp; Diagnosis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Symptom analysis, diagnostics, nutrition, and risk scoring.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6309360" y="1463040"/>
            <a:ext cx="2651040" cy="1645200"/>
          </a:xfrm>
          <a:prstGeom prst="roundRect">
            <a:avLst>
              <a:gd name="adj" fmla="val 16667"/>
            </a:avLst>
          </a:prstGeom>
          <a:solidFill>
            <a:srgbClr val="5c6bc0"/>
          </a:solidFill>
          <a:ln>
            <a:solidFill>
              <a:srgbClr val="5c6b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Predictive Analytics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Peak admissions, failure prediction, and maintenance insights.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9052560" y="1463040"/>
            <a:ext cx="2651040" cy="16452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>
            <a:solidFill>
              <a:srgbClr val="2196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Clinical Communication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Chat rooms, attachments, and coordinated care workflows.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System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1463040"/>
            <a:ext cx="56685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Frontend: Next.js interface for dashboards and clinical workflows.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Backend: Flask API handling authentication, records, predictions, and chat.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Database: SQLAlchemy models for patients, users, devices, and medical records.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Deployment: Docker-ready with support for local development and cloud extension.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AI &amp; Analytics Modules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2"/>
          <p:cNvSpPr/>
          <p:nvPr/>
        </p:nvSpPr>
        <p:spPr>
          <a:xfrm>
            <a:off x="640080" y="1463040"/>
            <a:ext cx="2651040" cy="182808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Triage Engine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Prioritizes patients based on risk and symptoms.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3"/>
          <p:cNvSpPr/>
          <p:nvPr/>
        </p:nvSpPr>
        <p:spPr>
          <a:xfrm>
            <a:off x="3566160" y="1463040"/>
            <a:ext cx="2651040" cy="182808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Diagnostic Engine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Evaluates symptoms and health context for decision support.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6492240" y="1463040"/>
            <a:ext cx="2651040" cy="182808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>
            <a:solidFill>
              <a:srgbClr val="4caf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Equipment Maintenance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Predicts device failures and operational risk.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9418320" y="1463040"/>
            <a:ext cx="2651040" cy="1828080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>
            <a:solidFill>
              <a:srgbClr val="ff98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Admission Forecasting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Suggests likely peak demand periods for planning.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Value to the Hospital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1463040"/>
            <a:ext cx="5942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Improves triage speed and clinical responsiveness.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Reduces equipment downtime through predictive maintenance.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Supports better resource planning and patient flow.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Creates a strong foundation for future digital health expansion.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548640" y="32004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c2944"/>
                </a:solidFill>
                <a:effectLst/>
                <a:uFillTx/>
                <a:latin typeface="Calibri"/>
              </a:rPr>
              <a:t>Next Steps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1463040"/>
            <a:ext cx="58514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Enhance the AI models with real hospital data and feedback.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Add more integrations with EHR and medical imaging systems.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Improve reporting, alerts, and mobile access.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32d37"/>
                </a:solidFill>
                <a:effectLst/>
                <a:uFillTx/>
                <a:latin typeface="Calibri"/>
              </a:rPr>
              <a:t>Pilot the platform in a real clinical environment for validation.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2026-07-02T12:52:51Z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